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50D01-4404-57BD-6101-68C0FA707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E38C2-058E-3204-6131-D382F87E5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3C117-9DF7-0E4E-9438-0CE8A8060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99E1-4467-4660-A8AA-AEC284CE3ECA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5E3A1-737C-4751-349B-8B209293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FEB8F-E0F2-73D9-1F9D-4D63EC628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2FFE-1361-428F-BFAB-25005996DF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66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E436-144F-EB72-974D-48F49EFC4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50744-E926-971C-5B9A-AD1646397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9F0E3-EC5F-A846-43AC-496443122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99E1-4467-4660-A8AA-AEC284CE3ECA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CA22A-9C85-3A2A-9453-71DB3CF86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CA8EA-C3E2-09E7-37B8-42400FCD8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2FFE-1361-428F-BFAB-25005996DF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191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0A7DF-64C5-9F5B-C53D-F3C8C56A7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32F77-9A4E-3A3C-45BE-1B9613CEA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9CBB7-639C-1B45-A4A5-C2C4A68FD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99E1-4467-4660-A8AA-AEC284CE3ECA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E8B86-DBF3-783C-F3BB-13592027C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9C8D9-EA3E-AA71-A18D-5652E69D5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2FFE-1361-428F-BFAB-25005996DF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1942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8B5EB-7590-FD8E-3ACA-468B37A74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A6CDF-77EC-A02A-8750-355798ED8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4D190-19C4-CF89-0373-058D65B54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3EFFFB-8C60-DE4C-1B0C-C30FAA6A1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99E1-4467-4660-A8AA-AEC284CE3ECA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217B8-0504-4BAE-D4B7-CDDFCA823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4F464-D339-566E-14AE-C10B6F995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2FFE-1361-428F-BFAB-25005996DF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04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FEE52-D645-2493-F245-B3228BD4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586AC-66D0-7F23-350A-AB850E121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BF3F6D-19F1-4072-CDEB-241D9F9E8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DA7444-EE75-4651-8F15-45457C717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92C218-D96D-DEE1-2EA3-FC69C4715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CB5469-1496-B412-E33D-A7A94D73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99E1-4467-4660-A8AA-AEC284CE3ECA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5FAD55-3ADA-D5AF-E434-E38D6334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88C3A3-BB16-D9A9-B4C5-F399F2CF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2FFE-1361-428F-BFAB-25005996DF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191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B422B-288F-DE48-E7D7-620A6B6EA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DA1FBE-FDC6-BEFA-D841-F0BCAFDE9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99E1-4467-4660-A8AA-AEC284CE3ECA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6C33CD-D656-30ED-C6DA-B12D78628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37E60A-5BCC-3D7E-399E-44213EF32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2FFE-1361-428F-BFAB-25005996DF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154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48A3B9-C8EB-1B84-D588-B87C0CD01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99E1-4467-4660-A8AA-AEC284CE3ECA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ECC61A-0FC2-33F0-92E9-55A6C0F11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48E99-E7F6-0A33-57E9-DEF99564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2FFE-1361-428F-BFAB-25005996DF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5850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284CF-9B0D-9EF2-2877-1F3C7CFA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D7E62-9B09-0979-AA37-4F24B42E7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F2A2B-AFFF-D9A1-FFCA-4EFB2E7AD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DA314-11D3-7D92-B9CE-34EAC54BD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99E1-4467-4660-A8AA-AEC284CE3ECA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6C3C-D8B4-EAE0-A1B3-ECB433367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714C4-9560-2779-804C-43909294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2FFE-1361-428F-BFAB-25005996DF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501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8F5B8-1196-C00B-B5A3-5EB6029E5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2BCC97-51F8-2980-5D03-17AF34CA2A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53FC4-2722-38EA-988E-8EA63B8E8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3D8F1-54C1-6E22-7385-50F85A680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99E1-4467-4660-A8AA-AEC284CE3ECA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13862-072C-F94D-D383-1D19BB79C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B7915-74F0-510C-5D47-E34A2234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2FFE-1361-428F-BFAB-25005996DF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782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D8CF5-299D-89C5-978A-62DA2293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2ECDA-2CD6-7605-F7D4-CEC3F5352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A3F05-5690-5C83-21D3-D09632C2D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99E1-4467-4660-A8AA-AEC284CE3ECA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327AA-1435-C217-C11B-01E5D1118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98871-DB36-9FD9-471F-32C608C7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2FFE-1361-428F-BFAB-25005996DF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5485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6D821E-78D1-77FB-86E3-CD097AE1C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4289FE-C39B-A44A-AA71-445BD62B2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AC21B-67AD-8643-6139-03182EB46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99E1-4467-4660-A8AA-AEC284CE3ECA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5FC3F-C4F6-22E7-0815-C3632174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963AC-A901-3A77-E69C-62CEA41FC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2FFE-1361-428F-BFAB-25005996DF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573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A71FFF-9925-1F55-0225-304B0F8BA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309EC-D5EB-C931-BB2B-D312F316B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17DEB-CF73-24C6-A655-4CDD275916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D99E1-4467-4660-A8AA-AEC284CE3ECA}" type="datetimeFigureOut">
              <a:rPr lang="en-GB" smtClean="0"/>
              <a:t>23/08/2025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B7942-CAB7-33BA-D0FC-E84018731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3C36F-F78F-680A-C24F-4DB8FD157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72FFE-1361-428F-BFAB-25005996DF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844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6AA58B4-7940-053A-15D9-0594D5E21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773" y="1110938"/>
            <a:ext cx="8437448" cy="46361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5933D5-1E2D-A6DB-A160-37356745E5F5}"/>
              </a:ext>
            </a:extLst>
          </p:cNvPr>
          <p:cNvSpPr txBox="1"/>
          <p:nvPr/>
        </p:nvSpPr>
        <p:spPr>
          <a:xfrm>
            <a:off x="333953" y="258901"/>
            <a:ext cx="2989691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Purchase Lead</a:t>
            </a:r>
            <a:r>
              <a:rPr lang="en-GB" sz="1400" dirty="0"/>
              <a:t>: The difference between the number of days a customer searches for the flight and books it. Customers who purchase the flight closer to the departure date may be more likely to pay a higher price compared to those who booked well in advance, who may be more price sensitive.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b="1" dirty="0"/>
              <a:t>Flight Hour</a:t>
            </a:r>
            <a:r>
              <a:rPr lang="en-GB" sz="1400" dirty="0"/>
              <a:t>: The hour of the day the flight is scheduled to depart. Flights departing at convenient hours are more likely to have a higher demand and therefore be priced higher compared to hours undesirable to the customers, which could be cheaper.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b="1" dirty="0"/>
              <a:t>Booking Origin</a:t>
            </a:r>
            <a:r>
              <a:rPr lang="en-GB" sz="1400" dirty="0"/>
              <a:t>: Origin airport for the flight. Customers are more likely to purchase flights from airports that are closer to them geographically. Or certain airports may have better connections and/or more flight options, influencing customers’ buying behaviour.</a:t>
            </a:r>
          </a:p>
        </p:txBody>
      </p:sp>
    </p:spTree>
    <p:extLst>
      <p:ext uri="{BB962C8B-B14F-4D97-AF65-F5344CB8AC3E}">
        <p14:creationId xmlns:p14="http://schemas.microsoft.com/office/powerpoint/2010/main" val="2052042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93C406-A3F1-BE0D-D65E-16945FAC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Answer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DB4D57-A56E-4197-14DE-2BF0251EF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14" y="1309610"/>
            <a:ext cx="11243771" cy="525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172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148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Model Answer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Vinit Praganesh</dc:creator>
  <cp:lastModifiedBy>Vinit Praganesh</cp:lastModifiedBy>
  <cp:revision>4</cp:revision>
  <dcterms:created xsi:type="dcterms:W3CDTF">2025-08-21T17:16:00Z</dcterms:created>
  <dcterms:modified xsi:type="dcterms:W3CDTF">2025-08-23T15:56:36Z</dcterms:modified>
</cp:coreProperties>
</file>